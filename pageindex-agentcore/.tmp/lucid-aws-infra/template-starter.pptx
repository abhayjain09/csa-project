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cb29ec2d641cf" /><Relationship Type="http://schemas.openxmlformats.org/officeDocument/2006/relationships/extended-properties" Target="/docProps/app.xml" Id="R31b1c21e0e9d45db" /><Relationship Type="http://schemas.openxmlformats.org/officeDocument/2006/relationships/officeDocument" Target="/ppt/presentation.xml" Id="R417021632bd9427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8c3e9db21194ee1"/>
  </p:sldMasterIdLst>
  <p:notesMasterIdLst>
    <p:notesMasterId xmlns:r="http://schemas.openxmlformats.org/officeDocument/2006/relationships" r:id="R571b08dd0f454e32"/>
  </p:notesMasterIdLst>
  <p:sldIdLst>
    <p:sldId xmlns:r="http://schemas.openxmlformats.org/officeDocument/2006/relationships" id="256" r:id="R5b05989091b94470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a86ca67f4dd14d8c"/>
      <p:bold xmlns:r="http://schemas.openxmlformats.org/officeDocument/2006/relationships" r:id="Rc7a4f486d2344699"/>
      <p:italic xmlns:r="http://schemas.openxmlformats.org/officeDocument/2006/relationships" r:id="R8184eccf9dc2427a"/>
      <p:boldItalic xmlns:r="http://schemas.openxmlformats.org/officeDocument/2006/relationships" r:id="R2d8e8f6853cb47d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01094a0cb4d72" /><Relationship Type="http://schemas.openxmlformats.org/officeDocument/2006/relationships/slideMaster" Target="/ppt/slideMasters/slideMaster1.xml" Id="R28c3e9db21194ee1" /><Relationship Type="http://schemas.openxmlformats.org/officeDocument/2006/relationships/notesMaster" Target="/ppt/notesMasters/notesMaster1.xml" Id="R571b08dd0f454e32" /><Relationship Type="http://schemas.openxmlformats.org/officeDocument/2006/relationships/presProps" Target="/ppt/presProps.xml" Id="R39b049ec0f3d4456" /><Relationship Type="http://schemas.openxmlformats.org/officeDocument/2006/relationships/viewProps" Target="/ppt/viewProps.xml" Id="R37ca06bad3ff45a1" /><Relationship Type="http://schemas.openxmlformats.org/officeDocument/2006/relationships/tableStyles" Target="/ppt/tableStyles.xml" Id="R2b20261ed4df4c01" /><Relationship Type="http://schemas.openxmlformats.org/officeDocument/2006/relationships/font" Target="/ppt/fonts/font.dat" Id="Ra86ca67f4dd14d8c" /><Relationship Type="http://schemas.openxmlformats.org/officeDocument/2006/relationships/font" Target="/ppt/fonts/font2.dat" Id="Rc7a4f486d2344699" /><Relationship Type="http://schemas.openxmlformats.org/officeDocument/2006/relationships/font" Target="/ppt/fonts/font3.dat" Id="R8184eccf9dc2427a" /><Relationship Type="http://schemas.openxmlformats.org/officeDocument/2006/relationships/font" Target="/ppt/fonts/font4.dat" Id="R2d8e8f6853cb47d9" /><Relationship Type="http://schemas.openxmlformats.org/officeDocument/2006/relationships/slide" Target="/ppt/slides/slide1.xml" Id="R5b05989091b9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b5678c55b7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1b9b4bdb94892" /><Relationship Type="http://schemas.openxmlformats.org/officeDocument/2006/relationships/notesMaster" Target="/ppt/notesMasters/notesMaster1.xml" Id="Ra02ade1584334a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b0543941445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30b692b6941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0dbcc077345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ea73c193344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11384a3e74e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17a44ec3049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49a63d3094e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65890a8c1443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2a52d926c34ab0" /><Relationship Type="http://schemas.openxmlformats.org/officeDocument/2006/relationships/slideLayout" Target="/ppt/slideLayouts/slideLayout1.xml" Id="Re886cc0e8c164377" /><Relationship Type="http://schemas.openxmlformats.org/officeDocument/2006/relationships/slideLayout" Target="/ppt/slideLayouts/slideLayout2.xml" Id="R1fa0a55b5a834d05" /><Relationship Type="http://schemas.openxmlformats.org/officeDocument/2006/relationships/slideLayout" Target="/ppt/slideLayouts/slideLayout3.xml" Id="R304f93ee6cf44916" /><Relationship Type="http://schemas.openxmlformats.org/officeDocument/2006/relationships/slideLayout" Target="/ppt/slideLayouts/slideLayout4.xml" Id="Rdc13735e979f457f" /><Relationship Type="http://schemas.openxmlformats.org/officeDocument/2006/relationships/slideLayout" Target="/ppt/slideLayouts/slideLayout5.xml" Id="R2cd4dd06747449db" /><Relationship Type="http://schemas.openxmlformats.org/officeDocument/2006/relationships/slideLayout" Target="/ppt/slideLayouts/slideLayout6.xml" Id="Rcbbf2bab4ae243cc" /><Relationship Type="http://schemas.openxmlformats.org/officeDocument/2006/relationships/slideLayout" Target="/ppt/slideLayouts/slideLayout7.xml" Id="R07453b6e01654b16" /><Relationship Type="http://schemas.openxmlformats.org/officeDocument/2006/relationships/slideLayout" Target="/ppt/slideLayouts/slideLayout8.xml" Id="Rdd6e574e70c34e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86cc0e8c164377"/>
    <p:sldLayoutId xmlns:r="http://schemas.openxmlformats.org/officeDocument/2006/relationships" id="2147483650" r:id="R1fa0a55b5a834d05"/>
    <p:sldLayoutId xmlns:r="http://schemas.openxmlformats.org/officeDocument/2006/relationships" id="2147483651" r:id="R304f93ee6cf44916"/>
    <p:sldLayoutId xmlns:r="http://schemas.openxmlformats.org/officeDocument/2006/relationships" id="2147483652" r:id="Rdc13735e979f457f"/>
    <p:sldLayoutId xmlns:r="http://schemas.openxmlformats.org/officeDocument/2006/relationships" id="2147483653" r:id="R2cd4dd06747449db"/>
    <p:sldLayoutId xmlns:r="http://schemas.openxmlformats.org/officeDocument/2006/relationships" id="2147483654" r:id="Rcbbf2bab4ae243cc"/>
    <p:sldLayoutId xmlns:r="http://schemas.openxmlformats.org/officeDocument/2006/relationships" id="2147483655" r:id="R07453b6e01654b16"/>
    <p:sldLayoutId xmlns:r="http://schemas.openxmlformats.org/officeDocument/2006/relationships" id="2147483656" r:id="Rdd6e574e70c34e7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47f7142b84669" /><Relationship Type="http://schemas.openxmlformats.org/officeDocument/2006/relationships/image" Target="/ppt/media/image.png" Id="Reb8bda4812424bf9" /><Relationship Type="http://schemas.openxmlformats.org/officeDocument/2006/relationships/notesSlide" Target="/ppt/notesSlides/notesSlide1.xml" Id="Rdd2a9546feb248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Half text, half image slide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bda4812424bf9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Title here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latin typeface="Helvetica Neue"/>
                <a:ea typeface="Helvetica Neue"/>
                <a:cs typeface="Helvetica Neue"/>
              </a:rPr>
              <a:t> cursus. </a:t>
            </a:r>
            <a:r>
              <a:rPr sz="1800">
                <a:latin typeface="Helvetica Neue"/>
                <a:ea typeface="Helvetica Neue"/>
                <a:cs typeface="Helvetica Neue"/>
              </a:rPr>
              <a:t>Nullam</a:t>
            </a:r>
            <a:r>
              <a:rPr sz="18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800">
                <a:latin typeface="Helvetica Neue"/>
                <a:ea typeface="Helvetica Neue"/>
                <a:cs typeface="Helvetica Neue"/>
              </a:rPr>
              <a:t>mauris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tortor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Proin </a:t>
            </a:r>
            <a:r>
              <a:rPr sz="1800">
                <a:latin typeface="Helvetica Neue"/>
                <a:ea typeface="Helvetica Neue"/>
                <a:cs typeface="Helvetica Neue"/>
              </a:rPr>
              <a:t>mattis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nibh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risus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latin typeface="Helvetica Neue"/>
                <a:ea typeface="Helvetica Neue"/>
                <a:cs typeface="Helvetica Neue"/>
              </a:rPr>
              <a:t>Nulla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tempor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elementum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dapibus</a:t>
            </a:r>
            <a:r>
              <a:rPr sz="1800">
                <a:latin typeface="Helvetica Neue"/>
                <a:ea typeface="Helvetica Neue"/>
                <a:cs typeface="Helvetica Neue"/>
              </a:rPr>
              <a:t>. Nam non ante quis </a:t>
            </a:r>
            <a:r>
              <a:rPr sz="1800">
                <a:latin typeface="Helvetica Neue"/>
                <a:ea typeface="Helvetica Neue"/>
                <a:cs typeface="Helvetica Neue"/>
              </a:rPr>
              <a:t>enim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fringilla</a:t>
            </a:r>
            <a:r>
              <a:rPr sz="1800">
                <a:latin typeface="Helvetica Neue"/>
                <a:ea typeface="Helvetica Neue"/>
                <a:cs typeface="Helvetica Neue"/>
              </a:rPr>
              <a:t> tempus nec in </a:t>
            </a:r>
            <a:r>
              <a:rPr sz="1800">
                <a:latin typeface="Helvetica Neue"/>
                <a:ea typeface="Helvetica Neue"/>
                <a:cs typeface="Helvetica Neue"/>
              </a:rPr>
              <a:t>lectus</a:t>
            </a:r>
            <a:r>
              <a:rPr sz="1800">
                <a:latin typeface="Helvetica Neue"/>
                <a:ea typeface="Helvetica Neue"/>
                <a:cs typeface="Helvetica Neue"/>
              </a:rPr>
              <a:t>. In hac </a:t>
            </a:r>
            <a:r>
              <a:rPr sz="1800">
                <a:latin typeface="Helvetica Neue"/>
                <a:ea typeface="Helvetica Neue"/>
                <a:cs typeface="Helvetica Neue"/>
              </a:rPr>
              <a:t>habitasse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platea</a:t>
            </a:r>
            <a:r>
              <a:rPr sz="1800"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latin typeface="Helvetica Neue"/>
                <a:ea typeface="Helvetica Neue"/>
                <a:cs typeface="Helvetica Neue"/>
              </a:rPr>
              <a:t>dictumst</a:t>
            </a:r>
            <a:r>
              <a:rPr sz="18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2026-07-27T18:57:17.6810000Z</dcterms:created>
  <dcterms:modified xsi:type="dcterms:W3CDTF">2026-07-27T18:57:17.6810000Z</dcterms:modified>
</coreProperties>
</file>