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053cd117c44c2d" /><Relationship Type="http://schemas.openxmlformats.org/officeDocument/2006/relationships/extended-properties" Target="/docProps/app.xml" Id="Rceaae574f17248a2" /><Relationship Type="http://schemas.openxmlformats.org/officeDocument/2006/relationships/officeDocument" Target="/ppt/presentation.xml" Id="R2a4060a6d97b465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1a8211235a84ea9"/>
  </p:sldMasterIdLst>
  <p:notesMasterIdLst>
    <p:notesMasterId xmlns:r="http://schemas.openxmlformats.org/officeDocument/2006/relationships" r:id="Rafc6d5bc5bef4e64"/>
  </p:notesMasterIdLst>
  <p:sldIdLst>
    <p:sldId xmlns:r="http://schemas.openxmlformats.org/officeDocument/2006/relationships" id="256" r:id="R02efa14dd1c1401d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cf3f6b0dd7474821"/>
      <p:bold xmlns:r="http://schemas.openxmlformats.org/officeDocument/2006/relationships" r:id="R1a4711fe9bb7421b"/>
      <p:italic xmlns:r="http://schemas.openxmlformats.org/officeDocument/2006/relationships" r:id="R2dd185b15e534948"/>
      <p:boldItalic xmlns:r="http://schemas.openxmlformats.org/officeDocument/2006/relationships" r:id="R57aabb5bcc59432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c440c972d24230" /><Relationship Type="http://schemas.openxmlformats.org/officeDocument/2006/relationships/slideMaster" Target="/ppt/slideMasters/slideMaster1.xml" Id="Ra1a8211235a84ea9" /><Relationship Type="http://schemas.openxmlformats.org/officeDocument/2006/relationships/notesMaster" Target="/ppt/notesMasters/notesMaster1.xml" Id="Rafc6d5bc5bef4e64" /><Relationship Type="http://schemas.openxmlformats.org/officeDocument/2006/relationships/presProps" Target="/ppt/presProps.xml" Id="R2c4395b177904c86" /><Relationship Type="http://schemas.openxmlformats.org/officeDocument/2006/relationships/viewProps" Target="/ppt/viewProps.xml" Id="R44ae5e4417fc4a2c" /><Relationship Type="http://schemas.openxmlformats.org/officeDocument/2006/relationships/tableStyles" Target="/ppt/tableStyles.xml" Id="R5c4f00678c034e1e" /><Relationship Type="http://schemas.openxmlformats.org/officeDocument/2006/relationships/font" Target="/ppt/fonts/font.dat" Id="Rcf3f6b0dd7474821" /><Relationship Type="http://schemas.openxmlformats.org/officeDocument/2006/relationships/font" Target="/ppt/fonts/font2.dat" Id="R1a4711fe9bb7421b" /><Relationship Type="http://schemas.openxmlformats.org/officeDocument/2006/relationships/font" Target="/ppt/fonts/font3.dat" Id="R2dd185b15e534948" /><Relationship Type="http://schemas.openxmlformats.org/officeDocument/2006/relationships/font" Target="/ppt/fonts/font4.dat" Id="R57aabb5bcc59432c" /><Relationship Type="http://schemas.openxmlformats.org/officeDocument/2006/relationships/slide" Target="/ppt/slides/slide1.xml" Id="R02efa14dd1c140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2ed4a9f1746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f0daebe408409b" /><Relationship Type="http://schemas.openxmlformats.org/officeDocument/2006/relationships/notesMaster" Target="/ppt/notesMasters/notesMaster1.xml" Id="Rbafe05caf61a49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/Users/abhay/Documents/csa-project/pageindex-agentcore/infra/main.tf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https://developer.lucid.co/docs/overview-si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https://developer.lucid.co/docs/aws-2024-library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4f63c60c742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cd1b3526f48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ef46f43b345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daf51ab314e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92ca7f56448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75f8dea12428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1580b25144b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29be7c1cc464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d6925bee0a4d92" /><Relationship Type="http://schemas.openxmlformats.org/officeDocument/2006/relationships/slideLayout" Target="/ppt/slideLayouts/slideLayout1.xml" Id="R1133147082c442fc" /><Relationship Type="http://schemas.openxmlformats.org/officeDocument/2006/relationships/slideLayout" Target="/ppt/slideLayouts/slideLayout2.xml" Id="R5fa126914a0d4349" /><Relationship Type="http://schemas.openxmlformats.org/officeDocument/2006/relationships/slideLayout" Target="/ppt/slideLayouts/slideLayout3.xml" Id="Rf3f130da98364d24" /><Relationship Type="http://schemas.openxmlformats.org/officeDocument/2006/relationships/slideLayout" Target="/ppt/slideLayouts/slideLayout4.xml" Id="R7c2ec3a233464c9e" /><Relationship Type="http://schemas.openxmlformats.org/officeDocument/2006/relationships/slideLayout" Target="/ppt/slideLayouts/slideLayout5.xml" Id="R9e0bdde460c94ce7" /><Relationship Type="http://schemas.openxmlformats.org/officeDocument/2006/relationships/slideLayout" Target="/ppt/slideLayouts/slideLayout6.xml" Id="Ree93bf2bb22040a0" /><Relationship Type="http://schemas.openxmlformats.org/officeDocument/2006/relationships/slideLayout" Target="/ppt/slideLayouts/slideLayout7.xml" Id="Rd3de0a944a8947c0" /><Relationship Type="http://schemas.openxmlformats.org/officeDocument/2006/relationships/slideLayout" Target="/ppt/slideLayouts/slideLayout8.xml" Id="Rb8f2e27e1bdb4a9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33147082c442fc"/>
    <p:sldLayoutId xmlns:r="http://schemas.openxmlformats.org/officeDocument/2006/relationships" id="2147483650" r:id="R5fa126914a0d4349"/>
    <p:sldLayoutId xmlns:r="http://schemas.openxmlformats.org/officeDocument/2006/relationships" id="2147483651" r:id="Rf3f130da98364d24"/>
    <p:sldLayoutId xmlns:r="http://schemas.openxmlformats.org/officeDocument/2006/relationships" id="2147483652" r:id="R7c2ec3a233464c9e"/>
    <p:sldLayoutId xmlns:r="http://schemas.openxmlformats.org/officeDocument/2006/relationships" id="2147483653" r:id="R9e0bdde460c94ce7"/>
    <p:sldLayoutId xmlns:r="http://schemas.openxmlformats.org/officeDocument/2006/relationships" id="2147483654" r:id="Ree93bf2bb22040a0"/>
    <p:sldLayoutId xmlns:r="http://schemas.openxmlformats.org/officeDocument/2006/relationships" id="2147483655" r:id="Rd3de0a944a8947c0"/>
    <p:sldLayoutId xmlns:r="http://schemas.openxmlformats.org/officeDocument/2006/relationships" id="2147483656" r:id="Rb8f2e27e1bdb4a9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720c7f3c943b5" /><Relationship Type="http://schemas.openxmlformats.org/officeDocument/2006/relationships/image" Target="/ppt/media/image.png" Id="Rc75916102e6d41db" /><Relationship Type="http://schemas.openxmlformats.org/officeDocument/2006/relationships/notesSlide" Target="/ppt/notesSlides/notesSlide1.xml" Id="R1fccb2361bca4d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AWS resources power PageIndex through AgentCore</a:t>
            </a:r>
          </a:p>
        </p:txBody>
      </p:sp>
      <p:pic>
        <p:nvPicPr>
          <p:cNvPr id="53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916102e6d41db"/>
          <a:stretch xmlns:a="http://schemas.openxmlformats.org/drawingml/2006/main"/>
        </p:blipFill>
        <p:spPr>
          <a:xfrm xmlns:a="http://schemas.openxmlformats.org/drawingml/2006/main">
            <a:off x="6269040" y="1909280"/>
            <a:ext cx="5539740" cy="2576328"/>
          </a:xfrm>
          <a:prstGeom xmlns:a="http://schemas.openxmlformats.org/drawingml/2006/main" prst="round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Architecture at a glance</a:t>
            </a:r>
          </a:p>
          <a:p xmlns:a="http://schemas.openxmlformats.org/drawingml/2006/main">
            <a:pPr marL="22" indent="-12" algn="l">
              <a:buChar char="•"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Amazon EC2</a:t>
            </a: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discovers PDFs and invokes the runtime.</a:t>
            </a:r>
          </a:p>
          <a:p xmlns:a="http://schemas.openxmlformats.org/drawingml/2006/main">
            <a:pPr marL="22" indent="-12" algn="l">
              <a:buChar char="•"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AgentCore</a:t>
            </a: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pulls the ARM64 PageIndex image from Amazon ECR.</a:t>
            </a:r>
          </a:p>
          <a:p xmlns:a="http://schemas.openxmlformats.org/drawingml/2006/main">
            <a:pPr marL="22" indent="-12" algn="l">
              <a:buChar char="•"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runtime</a:t>
            </a: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reads PDFs from S3 and invokes Claude through Bedrock.</a:t>
            </a:r>
          </a:p>
          <a:p xmlns:a="http://schemas.openxmlformats.org/drawingml/2006/main">
            <a:pPr marL="22" indent="-12" algn="l">
              <a:buChar char="•"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CloudWatch</a:t>
            </a: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receives runtime logs; IAM controls every connection.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2026-07-27T18:59:49.1690000Z</dcterms:created>
  <dcterms:modified xsi:type="dcterms:W3CDTF">2026-07-27T18:59:49.1700000Z</dcterms:modified>
</coreProperties>
</file>